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2E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2E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contex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2E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ropos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2E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2E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ip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2E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le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2E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dem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2E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resul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